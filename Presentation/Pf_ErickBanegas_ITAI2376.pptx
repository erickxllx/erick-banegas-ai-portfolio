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rickxllx/Erick-Banegas-AI-Portfolio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rickxllx/Erick-Banegas-AI-Portfol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rickxllx/Erick-Banegas-AI-Portfol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rickxllx" TargetMode="External"/><Relationship Id="rId4" Type="http://schemas.openxmlformats.org/officeDocument/2006/relationships/hyperlink" Target="https://github.com/erickxllx/Erick-Banegas-AI-Portfolio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ERICK BANEGAS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Deep Learning Portfolio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&amp; Robotics Program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Community College — Spring 2026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7" name="Text 4">
            <a:hlinkClick r:id="rId2" tooltip=""/>
          </p:cNvPr>
          <p:cNvSpPr/>
          <p:nvPr/>
        </p:nvSpPr>
        <p:spPr>
          <a:xfrm>
            <a:off x="10058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github.com/erickxllx/Erick-Banegas-AI-Portfolio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97280"/>
            <a:ext cx="640080" cy="6400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0"/>
            <a:ext cx="640080" cy="64008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286000"/>
            <a:ext cx="640080" cy="64008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2286000"/>
            <a:ext cx="640080" cy="6400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179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2376 — Deep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ITAI 2376 | Spring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786384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874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1874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Mastered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100" dirty="0"/>
          </a:p>
        </p:txBody>
      </p:sp>
      <p:sp>
        <p:nvSpPr>
          <p:cNvPr id="33" name="Text 31">
            <a:hlinkClick r:id="rId1" tooltip=""/>
          </p:cNvPr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github.com/erickxllx/Erick-Banegas-AI-Portfolio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 PROJECTS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07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U-Net generative model from scratch. Implemented forward/reverse diffusion, noise scheduling, and CLIP-based evaluation to generate images from pure noise.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U-Net · CLIP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207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vs Transformer vs ViT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1600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three major architectures — LSTM/GRU, Transformers, and Vision Transformers — on text and image classification tasks.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8348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Attention · ViT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Image Classification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CNN for binary classification (Puppy vs Bagel) with data augmentation and transfer learning techniques.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8580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Keras · CNN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CartPole Agent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8348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Q-Learning to train an agent to balance a pole, comparing learned behavior against a random baseline.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98348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· Q-Learning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COMPETENCIES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PyTorch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0" y="1133856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133856"/>
            <a:ext cx="4773168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36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572768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572768"/>
            <a:ext cx="4242816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751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&amp; Image Classification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2011680"/>
            <a:ext cx="4507992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140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Attention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450592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2450592"/>
            <a:ext cx="4242816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52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(Diffusion)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9504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2889504"/>
            <a:ext cx="3977640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328416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3328416"/>
            <a:ext cx="3712464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30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Viz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767328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3767328"/>
            <a:ext cx="4507992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696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4206240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4206240"/>
            <a:ext cx="4242816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/>
        </p:spPr>
      </p:sp>
      <p:sp>
        <p:nvSpPr>
          <p:cNvPr id="27" name="Text 25">
            <a:hlinkClick r:id="rId1" tooltip=""/>
          </p:cNvPr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github.com/erickxllx/Erick-Banegas-AI-Portfolio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gave me a strong foundation in deep learning — from building neural networks by hand to training generative models and RL agents. I'm excited to apply these skills to real-world challenges in computer vision, NLP, and AI-powered automation.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advanced projects in generative AI and LLM 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production-grade AI automation systems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open-source AI projects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103120"/>
            <a:ext cx="274320" cy="274320"/>
          </a:xfrm>
          <a:prstGeom prst="rect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69494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erickxllx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560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erickbanegas@email.com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33832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</p:sp>
      <p:sp>
        <p:nvSpPr>
          <p:cNvPr id="13" name="Text 9">
            <a:hlinkClick r:id="rId4" tooltip=""/>
          </p:cNvPr>
          <p:cNvSpPr/>
          <p:nvPr/>
        </p:nvSpPr>
        <p:spPr>
          <a:xfrm>
            <a:off x="630936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PORTFOLIO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github.com/erickxllx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Erick Banegas — AI Portfolio</dc:title>
  <dc:subject>PptxGenJS Presentation</dc:subject>
  <dc:creator>Erick Banegas</dc:creator>
  <cp:lastModifiedBy>Erick Banegas</cp:lastModifiedBy>
  <cp:revision>1</cp:revision>
  <dcterms:created xsi:type="dcterms:W3CDTF">2026-05-07T12:32:22Z</dcterms:created>
  <dcterms:modified xsi:type="dcterms:W3CDTF">2026-05-07T12:32:22Z</dcterms:modified>
</cp:coreProperties>
</file>