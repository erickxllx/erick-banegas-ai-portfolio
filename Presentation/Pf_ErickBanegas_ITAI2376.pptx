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863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ithub.com/erickxllx/Erick-Banegas-AI-Portfolio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rickxllx/Erick-Banegas-AI-Portfoli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rickxllx/Erick-Banegas-AI-Portfoli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erickxllx/Erick-Banegas-AI-Portfolio" TargetMode="External"/><Relationship Id="rId5" Type="http://schemas.openxmlformats.org/officeDocument/2006/relationships/image" Target="../media/image10.png"/><Relationship Id="rId4" Type="http://schemas.openxmlformats.org/officeDocument/2006/relationships/hyperlink" Target="https://github.com/erickxll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F28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ERICK BANEGAS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Deep Learning Portfolio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&amp; Robotics Program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Community College — Spring 2026</a:t>
            </a:r>
            <a:endParaRPr 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github.com/erickxllx/Erick-Banegas-AI-Portfolio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097280"/>
            <a:ext cx="640080" cy="64008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1097280"/>
            <a:ext cx="640080" cy="640080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0" y="2286000"/>
            <a:ext cx="640080" cy="64008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0" y="2286000"/>
            <a:ext cx="640080" cy="6400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21792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ITAI 2376 — Deep Learning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JOURNEY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— ITAI 2376 | Spring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81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240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8745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03120" y="2240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0312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8745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0" y="2240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8745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577840" y="2240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187452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223760" y="22402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2376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Mastered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10312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0312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56616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6344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6072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76072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0" y="3703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0F9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5800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100" dirty="0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64008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github.com/erickxllx/Erick-Banegas-AI-Portfolio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FEATURED PROJECTS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15544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2070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Diffusion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600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U-Net generative model from scratch. Implemented forward/reverse diffusion, noise scheduling, and CLIP-based evaluation to generate images from pure noise.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U-Net · CLIP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1097280"/>
            <a:ext cx="54864" cy="15544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2070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RNN vs Transformer vs ViT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83480" y="1600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three major architectures — LSTM/GRU, Transformers, and Vision Transformers — on text and image classification tasks.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98348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Attention · ViT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2926080"/>
            <a:ext cx="393192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2926080"/>
            <a:ext cx="54864" cy="15544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06324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97280" y="30358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Image Classification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85800" y="34290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CNN for binary classification (Puppy vs Bagel) with data augmentation and transfer learning techniques.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858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· Keras · CNN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754880" y="2926080"/>
            <a:ext cx="3931920" cy="1554480"/>
          </a:xfrm>
          <a:prstGeom prst="rect">
            <a:avLst/>
          </a:prstGeom>
          <a:solidFill>
            <a:srgbClr val="F8FAFC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926080"/>
            <a:ext cx="54864" cy="15544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0632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30358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RL CartPole Agent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983480" y="34290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Q-Learning to train an agent to balance a pole, comparing learned behavior against a random baseline.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498348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 · Q-Learning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&amp; COMPETENCIES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PyTorch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0" y="1133856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0" y="1133856"/>
            <a:ext cx="4773168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Keras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572768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0" y="1572768"/>
            <a:ext cx="4242816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75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&amp; Image Classification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011680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2011680"/>
            <a:ext cx="4507992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4140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&amp; Attention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2450592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0" y="2450592"/>
            <a:ext cx="4242816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8529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(Diffusion)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2889504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0" y="2889504"/>
            <a:ext cx="3977640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3328416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0" y="3328416"/>
            <a:ext cx="3712464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7307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&amp; Viz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0" y="3767328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0" y="3767328"/>
            <a:ext cx="4507992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1696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Automation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4206240"/>
            <a:ext cx="5303520" cy="219456"/>
          </a:xfrm>
          <a:prstGeom prst="roundRect">
            <a:avLst>
              <a:gd name="adj" fmla="val 20833"/>
            </a:avLst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0" y="4206240"/>
            <a:ext cx="4242816" cy="219456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hlinkClick r:id="rId3"/>
          </p:cNvPr>
          <p:cNvSpPr/>
          <p:nvPr/>
        </p:nvSpPr>
        <p:spPr>
          <a:xfrm>
            <a:off x="64008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github.com/erickxllx/Erick-Banegas-AI-Portfolio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F28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 &amp;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program gave me a strong foundation in deep learning — from building neural networks by hand to training generative models and RL agents. I'm excited to apply these skills to real-world challenges in computer vision, NLP, and AI-powered automation.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Pursue advanced projects in generative AI and LLM applications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production-grade AI automation systems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to open-source AI projects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03120"/>
            <a:ext cx="274320" cy="27432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69494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erickxllx</a:t>
            </a:r>
            <a:endParaRPr lang="en-US" sz="12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5603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49440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erickxllx@protonmail.com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09360" y="33832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6309360" y="3383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PORTFOLIO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github.com/erickxllx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On-screen Show (16:9)</PresentationFormat>
  <Paragraphs>70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Erick Banegas — AI Portfolio</dc:title>
  <dc:subject>PptxGenJS Presentation</dc:subject>
  <dc:creator>Erick Banegas</dc:creator>
  <cp:lastModifiedBy>Erick B.</cp:lastModifiedBy>
  <cp:revision>2</cp:revision>
  <dcterms:created xsi:type="dcterms:W3CDTF">2026-05-07T12:32:22Z</dcterms:created>
  <dcterms:modified xsi:type="dcterms:W3CDTF">2026-05-07T12:39:32Z</dcterms:modified>
</cp:coreProperties>
</file>